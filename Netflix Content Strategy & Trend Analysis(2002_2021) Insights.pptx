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96" d="100"/>
          <a:sy n="96" d="100"/>
        </p:scale>
        <p:origin x="178" y="-221"/>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3/18/2026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3/18/2026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3/18/2026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smtClean="0"/>
              <a:t>Netflix Content </a:t>
            </a:r>
            <a:r>
              <a:rPr lang="en-GB" dirty="0" smtClean="0"/>
              <a:t>Strategy &amp; Trend Analysis(2002_2021)</a:t>
            </a:r>
            <a:endParaRPr lang="en-GB" dirty="0"/>
          </a:p>
        </p:txBody>
      </p:sp>
      <p:sp>
        <p:nvSpPr>
          <p:cNvPr id="3" name="Subtitle 2"/>
          <p:cNvSpPr>
            <a:spLocks noGrp="1"/>
          </p:cNvSpPr>
          <p:nvPr>
            <p:ph type="subTitle" idx="1"/>
          </p:nvPr>
        </p:nvSpPr>
        <p:spPr/>
        <p:txBody>
          <a:bodyPr>
            <a:normAutofit fontScale="92500" lnSpcReduction="10000"/>
          </a:bodyPr>
          <a:lstStyle/>
          <a:p>
            <a:r>
              <a:rPr lang="en-GB" dirty="0" smtClean="0"/>
              <a:t>An End to End Data Analysis Using</a:t>
            </a:r>
          </a:p>
          <a:p>
            <a:r>
              <a:rPr lang="en-GB" dirty="0" smtClean="0"/>
              <a:t>Python: Pandas, </a:t>
            </a:r>
            <a:r>
              <a:rPr lang="en-GB" dirty="0" err="1" smtClean="0"/>
              <a:t>Numpy</a:t>
            </a:r>
            <a:r>
              <a:rPr lang="en-GB" dirty="0" smtClean="0"/>
              <a:t>, </a:t>
            </a:r>
            <a:r>
              <a:rPr lang="en-GB" dirty="0" err="1" smtClean="0"/>
              <a:t>Matplotlib</a:t>
            </a:r>
            <a:endParaRPr lang="en-GB" dirty="0" smtClean="0"/>
          </a:p>
          <a:p>
            <a:r>
              <a:rPr lang="en-GB" dirty="0" smtClean="0"/>
              <a:t>SQL, Power Bi</a:t>
            </a:r>
            <a:endParaRPr lang="en-GB" dirty="0"/>
          </a:p>
        </p:txBody>
      </p:sp>
    </p:spTree>
    <p:extLst>
      <p:ext uri="{BB962C8B-B14F-4D97-AF65-F5344CB8AC3E}">
        <p14:creationId xmlns:p14="http://schemas.microsoft.com/office/powerpoint/2010/main" val="225919570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smtClean="0"/>
              <a:t>Data preparation &amp; Cleaning</a:t>
            </a:r>
            <a:endParaRPr lang="en-GB" dirty="0"/>
          </a:p>
        </p:txBody>
      </p:sp>
      <p:sp>
        <p:nvSpPr>
          <p:cNvPr id="3" name="Content Placeholder 2"/>
          <p:cNvSpPr>
            <a:spLocks noGrp="1"/>
          </p:cNvSpPr>
          <p:nvPr>
            <p:ph idx="1"/>
          </p:nvPr>
        </p:nvSpPr>
        <p:spPr/>
        <p:txBody>
          <a:bodyPr/>
          <a:lstStyle/>
          <a:p>
            <a:r>
              <a:rPr lang="en-GB" dirty="0"/>
              <a:t>Before jumping into the visuals, I had to roll up my sleeves and get the data ready. The raw "duration" column was messy—it had "min" for movies and "Seasons" for TV shows. To make it work, I cleaned the strings and converted them into pure numbers. I also filtered out the missing values so that our charts wouldn't be skewed by empty rows. This foundation is what makes the following insights reliable.</a:t>
            </a:r>
          </a:p>
        </p:txBody>
      </p:sp>
    </p:spTree>
    <p:extLst>
      <p:ext uri="{BB962C8B-B14F-4D97-AF65-F5344CB8AC3E}">
        <p14:creationId xmlns:p14="http://schemas.microsoft.com/office/powerpoint/2010/main" val="26400073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7577" y="434671"/>
            <a:ext cx="8596668" cy="1320800"/>
          </a:xfrm>
        </p:spPr>
        <p:txBody>
          <a:bodyPr/>
          <a:lstStyle/>
          <a:p>
            <a:pPr algn="ctr"/>
            <a:r>
              <a:rPr lang="en-GB" dirty="0" smtClean="0"/>
              <a:t>INSIGHTS</a:t>
            </a:r>
            <a:endParaRPr lang="en-GB" dirty="0"/>
          </a:p>
        </p:txBody>
      </p:sp>
      <p:sp>
        <p:nvSpPr>
          <p:cNvPr id="3" name="Rectangle 2"/>
          <p:cNvSpPr/>
          <p:nvPr/>
        </p:nvSpPr>
        <p:spPr>
          <a:xfrm>
            <a:off x="373711" y="1137037"/>
            <a:ext cx="8770289" cy="5909310"/>
          </a:xfrm>
          <a:prstGeom prst="rect">
            <a:avLst/>
          </a:prstGeom>
        </p:spPr>
        <p:txBody>
          <a:bodyPr wrap="square">
            <a:spAutoFit/>
          </a:bodyPr>
          <a:lstStyle/>
          <a:p>
            <a:r>
              <a:rPr lang="en-GB" dirty="0"/>
              <a:t>After </a:t>
            </a:r>
            <a:r>
              <a:rPr lang="en-GB" dirty="0" err="1"/>
              <a:t>analyzing</a:t>
            </a:r>
            <a:r>
              <a:rPr lang="en-GB" dirty="0"/>
              <a:t> the numbers, several major trends stood out:</a:t>
            </a:r>
          </a:p>
          <a:p>
            <a:r>
              <a:rPr lang="en-GB" dirty="0"/>
              <a:t>The Movie Empire: Netflix is clearly a movie-first platform. With over 6,000 movies compared to roughly 2,600 TV shows, the library is heavily weighted toward cinematic content.</a:t>
            </a:r>
          </a:p>
          <a:p>
            <a:r>
              <a:rPr lang="en-GB" dirty="0"/>
              <a:t>The Global Leaders: The content is dominated by the US, but India is a massive second player. It's interesting to see how local directors like Rajiv </a:t>
            </a:r>
            <a:r>
              <a:rPr lang="en-GB" dirty="0" err="1"/>
              <a:t>Chilaka</a:t>
            </a:r>
            <a:r>
              <a:rPr lang="en-GB" dirty="0"/>
              <a:t> are driving huge volumes of content specifically for the Indian market.</a:t>
            </a:r>
          </a:p>
          <a:p>
            <a:r>
              <a:rPr lang="en-GB" dirty="0"/>
              <a:t>The 2019 Peak: There was a massive "content boom" in 2018 and 2019. However, looking at 2021, we see a sharp drop. This suggests that the global lockdowns significantly slowed down production schedules.</a:t>
            </a:r>
          </a:p>
          <a:p>
            <a:r>
              <a:rPr lang="en-GB" dirty="0"/>
              <a:t>The Mature Audience Focus: A huge chunk of the library (TV-MA and TV-14) is designed for adults and teenagers. Netflix isn't just a "family" app; it’s a platform for mature storytelling</a:t>
            </a:r>
            <a:r>
              <a:rPr lang="en-GB" dirty="0" smtClean="0"/>
              <a:t>.</a:t>
            </a:r>
          </a:p>
          <a:p>
            <a:endParaRPr lang="en-GB" dirty="0" smtClean="0"/>
          </a:p>
          <a:p>
            <a:endParaRPr lang="en-GB" dirty="0"/>
          </a:p>
          <a:p>
            <a:endParaRPr lang="en-GB" dirty="0" smtClean="0"/>
          </a:p>
          <a:p>
            <a:endParaRPr lang="en-GB" dirty="0"/>
          </a:p>
          <a:p>
            <a:endParaRPr lang="en-GB" dirty="0" smtClean="0"/>
          </a:p>
          <a:p>
            <a:endParaRPr lang="en-GB" dirty="0"/>
          </a:p>
          <a:p>
            <a:endParaRPr lang="en-GB" dirty="0" smtClean="0"/>
          </a:p>
          <a:p>
            <a:endParaRPr lang="en-GB"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292" y="4762832"/>
            <a:ext cx="3564787" cy="1918256"/>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02429" y="4762832"/>
            <a:ext cx="4113418" cy="1918256"/>
          </a:xfrm>
          <a:prstGeom prst="rect">
            <a:avLst/>
          </a:prstGeom>
        </p:spPr>
      </p:pic>
    </p:spTree>
    <p:extLst>
      <p:ext uri="{BB962C8B-B14F-4D97-AF65-F5344CB8AC3E}">
        <p14:creationId xmlns:p14="http://schemas.microsoft.com/office/powerpoint/2010/main" val="1057735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6259" y="856090"/>
            <a:ext cx="8596668" cy="622853"/>
          </a:xfrm>
        </p:spPr>
        <p:txBody>
          <a:bodyPr>
            <a:normAutofit fontScale="90000"/>
          </a:bodyPr>
          <a:lstStyle/>
          <a:p>
            <a:pPr algn="ctr"/>
            <a:r>
              <a:rPr lang="en-GB" dirty="0" smtClean="0"/>
              <a:t>The 90 minute Sweet spot</a:t>
            </a:r>
            <a:endParaRPr lang="en-GB" dirty="0"/>
          </a:p>
        </p:txBody>
      </p:sp>
      <p:sp>
        <p:nvSpPr>
          <p:cNvPr id="3" name="Rectangle 2"/>
          <p:cNvSpPr/>
          <p:nvPr/>
        </p:nvSpPr>
        <p:spPr>
          <a:xfrm>
            <a:off x="429370" y="1645921"/>
            <a:ext cx="8229600" cy="5355312"/>
          </a:xfrm>
          <a:prstGeom prst="rect">
            <a:avLst/>
          </a:prstGeom>
        </p:spPr>
        <p:txBody>
          <a:bodyPr wrap="square">
            <a:spAutoFit/>
          </a:bodyPr>
          <a:lstStyle/>
          <a:p>
            <a:r>
              <a:rPr lang="en-GB" dirty="0"/>
              <a:t>One of the most fascinating findings came from looking at the distribution of movie lengths.</a:t>
            </a:r>
          </a:p>
          <a:p>
            <a:r>
              <a:rPr lang="en-GB" dirty="0"/>
              <a:t>The Consistency: Most movies fall between 90 and 110 minutes. This isn't a coincidence; it’s the "sweet spot" for human attention spans in the digital age.</a:t>
            </a:r>
          </a:p>
          <a:p>
            <a:r>
              <a:rPr lang="en-GB" dirty="0"/>
              <a:t>The Outliers: While most stay under 2 hours, we found "extreme" movies reaching up to 300 minutes. These are rare gems—likely deep-dive documentaries or historical epics that break the standard </a:t>
            </a:r>
            <a:r>
              <a:rPr lang="en-GB" dirty="0" err="1"/>
              <a:t>mold</a:t>
            </a:r>
            <a:r>
              <a:rPr lang="en-GB" dirty="0" smtClean="0"/>
              <a:t>.</a:t>
            </a:r>
          </a:p>
          <a:p>
            <a:endParaRPr lang="en-GB" dirty="0" smtClean="0"/>
          </a:p>
          <a:p>
            <a:endParaRPr lang="en-GB" dirty="0"/>
          </a:p>
          <a:p>
            <a:endParaRPr lang="en-GB" dirty="0" smtClean="0"/>
          </a:p>
          <a:p>
            <a:endParaRPr lang="en-GB" dirty="0"/>
          </a:p>
          <a:p>
            <a:endParaRPr lang="en-GB" dirty="0" smtClean="0"/>
          </a:p>
          <a:p>
            <a:endParaRPr lang="en-GB" dirty="0"/>
          </a:p>
          <a:p>
            <a:endParaRPr lang="en-GB" dirty="0" smtClean="0"/>
          </a:p>
          <a:p>
            <a:endParaRPr lang="en-GB" dirty="0"/>
          </a:p>
          <a:p>
            <a:endParaRPr lang="en-GB" dirty="0" smtClean="0"/>
          </a:p>
          <a:p>
            <a:endParaRPr lang="en-GB" dirty="0"/>
          </a:p>
          <a:p>
            <a:endParaRPr lang="en-GB"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646" y="3959750"/>
            <a:ext cx="5852172" cy="2898250"/>
          </a:xfrm>
          <a:prstGeom prst="rect">
            <a:avLst/>
          </a:prstGeom>
        </p:spPr>
      </p:pic>
    </p:spTree>
    <p:extLst>
      <p:ext uri="{BB962C8B-B14F-4D97-AF65-F5344CB8AC3E}">
        <p14:creationId xmlns:p14="http://schemas.microsoft.com/office/powerpoint/2010/main" val="1738523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22852"/>
          </a:xfrm>
        </p:spPr>
        <p:txBody>
          <a:bodyPr>
            <a:normAutofit fontScale="90000"/>
          </a:bodyPr>
          <a:lstStyle/>
          <a:p>
            <a:pPr algn="ctr"/>
            <a:r>
              <a:rPr lang="en-GB" dirty="0" smtClean="0"/>
              <a:t>Evolution Over Time</a:t>
            </a:r>
            <a:endParaRPr lang="en-GB" dirty="0"/>
          </a:p>
        </p:txBody>
      </p:sp>
      <p:sp>
        <p:nvSpPr>
          <p:cNvPr id="3" name="Rectangle 2"/>
          <p:cNvSpPr/>
          <p:nvPr/>
        </p:nvSpPr>
        <p:spPr>
          <a:xfrm>
            <a:off x="1696278" y="1457883"/>
            <a:ext cx="6096000" cy="5355312"/>
          </a:xfrm>
          <a:prstGeom prst="rect">
            <a:avLst/>
          </a:prstGeom>
        </p:spPr>
        <p:txBody>
          <a:bodyPr>
            <a:spAutoFit/>
          </a:bodyPr>
          <a:lstStyle/>
          <a:p>
            <a:r>
              <a:rPr lang="en-GB" dirty="0"/>
              <a:t>Looking at the relationship between the release year and duration, we noticed that modern movies are actually becoming more "standardized." In the past, movie lengths were all over the place, but recently, Netflix has kept things very consistent</a:t>
            </a:r>
            <a:r>
              <a:rPr lang="en-GB" dirty="0" smtClean="0"/>
              <a:t>.</a:t>
            </a:r>
          </a:p>
          <a:p>
            <a:endParaRPr lang="en-GB" dirty="0"/>
          </a:p>
          <a:p>
            <a:endParaRPr lang="en-GB" dirty="0" smtClean="0"/>
          </a:p>
          <a:p>
            <a:endParaRPr lang="en-GB" dirty="0"/>
          </a:p>
          <a:p>
            <a:endParaRPr lang="en-GB" dirty="0" smtClean="0"/>
          </a:p>
          <a:p>
            <a:endParaRPr lang="en-GB" dirty="0"/>
          </a:p>
          <a:p>
            <a:endParaRPr lang="en-GB" dirty="0" smtClean="0"/>
          </a:p>
          <a:p>
            <a:endParaRPr lang="en-GB" dirty="0"/>
          </a:p>
          <a:p>
            <a:endParaRPr lang="en-GB" dirty="0" smtClean="0"/>
          </a:p>
          <a:p>
            <a:endParaRPr lang="en-GB" dirty="0"/>
          </a:p>
          <a:p>
            <a:endParaRPr lang="en-GB" dirty="0" smtClean="0"/>
          </a:p>
          <a:p>
            <a:endParaRPr lang="en-GB" dirty="0"/>
          </a:p>
          <a:p>
            <a:endParaRPr lang="en-GB" dirty="0" smtClean="0"/>
          </a:p>
          <a:p>
            <a:endParaRPr lang="en-GB" dirty="0"/>
          </a:p>
          <a:p>
            <a:endParaRPr lang="en-GB"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1072" y="3155588"/>
            <a:ext cx="5486411" cy="3657607"/>
          </a:xfrm>
          <a:prstGeom prst="rect">
            <a:avLst/>
          </a:prstGeom>
        </p:spPr>
      </p:pic>
    </p:spTree>
    <p:extLst>
      <p:ext uri="{BB962C8B-B14F-4D97-AF65-F5344CB8AC3E}">
        <p14:creationId xmlns:p14="http://schemas.microsoft.com/office/powerpoint/2010/main" val="27435962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543339"/>
          </a:xfrm>
        </p:spPr>
        <p:txBody>
          <a:bodyPr>
            <a:normAutofit fontScale="90000"/>
          </a:bodyPr>
          <a:lstStyle/>
          <a:p>
            <a:pPr algn="ctr"/>
            <a:r>
              <a:rPr lang="en-GB" dirty="0" smtClean="0"/>
              <a:t>Decisions</a:t>
            </a:r>
            <a:endParaRPr lang="en-GB" dirty="0"/>
          </a:p>
        </p:txBody>
      </p:sp>
      <p:sp>
        <p:nvSpPr>
          <p:cNvPr id="3" name="Rectangle 2"/>
          <p:cNvSpPr/>
          <p:nvPr/>
        </p:nvSpPr>
        <p:spPr>
          <a:xfrm>
            <a:off x="278296" y="1741336"/>
            <a:ext cx="8865704" cy="2585323"/>
          </a:xfrm>
          <a:prstGeom prst="rect">
            <a:avLst/>
          </a:prstGeom>
        </p:spPr>
        <p:txBody>
          <a:bodyPr wrap="square">
            <a:spAutoFit/>
          </a:bodyPr>
          <a:lstStyle/>
          <a:p>
            <a:r>
              <a:rPr lang="en-GB" dirty="0"/>
              <a:t>Double Down on the 95-Minute Format: Since this is where the highest volume sits, it’s clearly what the production pipeline is optimized for. Keep new originals in this range.</a:t>
            </a:r>
          </a:p>
          <a:p>
            <a:r>
              <a:rPr lang="en-GB" dirty="0"/>
              <a:t>Bridge the 2021 Gap: Because production slowed down recently, Netflix should focus on acquiring high-quality "TV-MA" licensed content to keep the mature audience engaged while new originals are being filmed.</a:t>
            </a:r>
          </a:p>
          <a:p>
            <a:r>
              <a:rPr lang="en-GB" dirty="0"/>
              <a:t>Localize the Power: Continue the partnership with regional powerhouses like India. The data shows that localized content from top directors is a major pillar of their international growth.</a:t>
            </a:r>
          </a:p>
        </p:txBody>
      </p:sp>
    </p:spTree>
    <p:extLst>
      <p:ext uri="{BB962C8B-B14F-4D97-AF65-F5344CB8AC3E}">
        <p14:creationId xmlns:p14="http://schemas.microsoft.com/office/powerpoint/2010/main" val="15362940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583096"/>
          </a:xfrm>
        </p:spPr>
        <p:txBody>
          <a:bodyPr>
            <a:normAutofit fontScale="90000"/>
          </a:bodyPr>
          <a:lstStyle/>
          <a:p>
            <a:pPr algn="ctr"/>
            <a:r>
              <a:rPr lang="en-GB" dirty="0" err="1" smtClean="0"/>
              <a:t>Conclution</a:t>
            </a:r>
            <a:endParaRPr lang="en-GB" dirty="0"/>
          </a:p>
        </p:txBody>
      </p:sp>
      <p:sp>
        <p:nvSpPr>
          <p:cNvPr id="3" name="Rectangle 2"/>
          <p:cNvSpPr/>
          <p:nvPr/>
        </p:nvSpPr>
        <p:spPr>
          <a:xfrm>
            <a:off x="2077941" y="2317922"/>
            <a:ext cx="6096000" cy="2031325"/>
          </a:xfrm>
          <a:prstGeom prst="rect">
            <a:avLst/>
          </a:prstGeom>
        </p:spPr>
        <p:txBody>
          <a:bodyPr>
            <a:spAutoFit/>
          </a:bodyPr>
          <a:lstStyle/>
          <a:p>
            <a:r>
              <a:rPr lang="en-GB" dirty="0"/>
              <a:t>In conclusion, this project wasn't just about making pretty charts; it was about understanding the heartbeat of the world's largest streaming service. By cleaning the data and visualizing the trends, we’ve proven that Netflix’s success is built on a very specific formula: High-volume, 95-minute, mature-rated movies aimed at global markets.</a:t>
            </a:r>
          </a:p>
        </p:txBody>
      </p:sp>
    </p:spTree>
    <p:extLst>
      <p:ext uri="{BB962C8B-B14F-4D97-AF65-F5344CB8AC3E}">
        <p14:creationId xmlns:p14="http://schemas.microsoft.com/office/powerpoint/2010/main" val="286202364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27</TotalTime>
  <Words>576</Words>
  <Application>Microsoft Office PowerPoint</Application>
  <PresentationFormat>Widescreen</PresentationFormat>
  <Paragraphs>51</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Trebuchet MS</vt:lpstr>
      <vt:lpstr>Wingdings 3</vt:lpstr>
      <vt:lpstr>Facet</vt:lpstr>
      <vt:lpstr>Netflix Content Strategy &amp; Trend Analysis(2002_2021)</vt:lpstr>
      <vt:lpstr>Data preparation &amp; Cleaning</vt:lpstr>
      <vt:lpstr>INSIGHTS</vt:lpstr>
      <vt:lpstr>The 90 minute Sweet spot</vt:lpstr>
      <vt:lpstr>Evolution Over Time</vt:lpstr>
      <vt:lpstr>Decisions</vt:lpstr>
      <vt:lpstr>Conclution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Content Strategy &amp; Trend Analysis(2002_2021)</dc:title>
  <dc:creator>QC#</dc:creator>
  <cp:lastModifiedBy>QC#</cp:lastModifiedBy>
  <cp:revision>3</cp:revision>
  <dcterms:created xsi:type="dcterms:W3CDTF">2026-03-18T06:01:30Z</dcterms:created>
  <dcterms:modified xsi:type="dcterms:W3CDTF">2026-03-18T06:29:21Z</dcterms:modified>
</cp:coreProperties>
</file>